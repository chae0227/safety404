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00A15-3781-63B8-2C80-E22B05CBA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DB856D-0B6A-011C-8896-BAD74232A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07C3F1-80B9-9474-D2FF-41ACBD951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A1B97-FB7A-F536-73A8-E2A22032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0E010-0E89-DF85-B2B5-820496C3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25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6BCE8-27D2-EA5E-97D9-F92D4E047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0BA71-811B-589D-33DB-D7C4310B5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7539B1-FCC4-B132-6763-42F1E75A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B4F7D-0B10-E1FD-C1F3-5CFDABD0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E441D7-8315-930D-ACBD-6152B9F9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64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8AFB7-DAFB-6939-A33A-3D2EE1241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C1402E-3923-A692-6578-D68FE4B92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B6AD5-6563-9501-912D-45298714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1D1C2-4D43-DD6C-EC7A-05FE51DA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795B43-1246-7865-76C7-330C6845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932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4D4B7-C270-3E7A-E0B3-348C2FE62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E0CD5-99E8-471A-7B8C-F96886CD4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FB436A-0CAD-85F5-B829-F97B4B6F8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9B3AA2-072E-0CE3-AE05-48990F44D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A556B4-0B5A-983D-4E58-C9A6E735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42D313-4848-50ED-7757-3AB81CF4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785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7BD2C-6528-3909-7D23-A6FC0A1F5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90D7A-9094-8A41-C117-46E5C4867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7B6C31-4965-C01F-5975-E5003457A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FFDFF3-640D-0834-154B-5E21DB053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2538CF-51AA-98B3-730B-D6B36DC92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2E7655-E5EA-B4BC-A354-62D80555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436AEF-EBA8-049F-4832-05AAF2E2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04E488-37A4-6675-477E-5BAB3A6C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978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7E5B0-1CA3-F87B-E0F2-111DC01B3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54FA42-554D-CB9B-AA73-08BAAE59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54F7A5-00E7-88EA-CF1E-E7D53D9A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2692A2-3704-7A8B-C9D9-0EB7EE222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8871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B2F695-149C-990D-BB0D-FDE97DF2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AAAA8E-0DBD-3DFC-8B5E-6ABCCFB1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8CCFC-F39D-25B1-1DEE-23CB3A51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850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5BB2E-286C-79AF-17B7-72916B07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A3DCC-4A4E-DF9B-C841-7D37AA56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7C991D-4534-70B9-E469-2C3901F12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72BED7-BC6D-85FA-65A0-30F4A031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8F931-64E7-D555-6457-0B91B110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7C7A02-862F-D2DC-5D83-95165AAE4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192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51FC74-BB19-7185-3446-377F3D94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DBDAF2-880E-5F1D-D419-F2DFBDE7A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A730A9-14B7-4BA6-CCA4-7A677FA63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FB37CD-6883-4EE0-8E76-A585D608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66516C-5A90-C3D9-2487-A74A2073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B05E91-CFCC-16F5-24AD-88AE493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862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1DDF8-D151-3739-C30A-412481FA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69F1C1-B709-2924-6A28-B1A5579A9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92DCA-8E9D-2F9B-D19C-7D824E76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0457F-6BDE-DDAF-DC71-7A5EAB6D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1BA7F5-A9F1-A000-C22C-82BDB8EE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119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B6E461-9A93-51F0-6B38-22B7BBD58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2F1A43-2E92-BD40-8798-5DCDB6470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14E720-444A-E888-636A-0B48E8C7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20E88-2E30-7570-956D-168D9335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AA6948-9A23-6E4C-9C35-78644C8B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932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CF6EC5-7030-1259-DD80-FB3196AB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46C840-D379-40EB-8972-7C4492D1A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E949A-2742-A4A6-EFE0-6002D9F320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76893-032E-664D-A17C-7B4078AA0B24}" type="datetimeFigureOut">
              <a:rPr kumimoji="1" lang="ko-KR" altLang="en-US" smtClean="0"/>
              <a:t>2025. 11. 28.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78B34C-504A-4FE2-BFF3-536386624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71003-B487-17C5-8BA1-3A3774BFB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B5ACC-5A49-F140-8420-E3449CC44BD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690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76C975-5DB7-0888-993F-A00E0CD8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604" y="1188720"/>
            <a:ext cx="3632863" cy="50432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DB9CE1-6B01-9C2A-48F4-B2ED987AD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96" y="1194582"/>
            <a:ext cx="4631104" cy="28544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2AE1CD-0620-004C-05D0-735113FE1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296" y="4807789"/>
            <a:ext cx="5774104" cy="14183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062698-A876-9C69-EBA3-03ADFD3D5E71}"/>
              </a:ext>
            </a:extLst>
          </p:cNvPr>
          <p:cNvSpPr txBox="1"/>
          <p:nvPr/>
        </p:nvSpPr>
        <p:spPr>
          <a:xfrm>
            <a:off x="738554" y="527539"/>
            <a:ext cx="2391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MyDate.java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63F15-90D3-52DC-CDD1-25E027A561F3}"/>
              </a:ext>
            </a:extLst>
          </p:cNvPr>
          <p:cNvSpPr txBox="1"/>
          <p:nvPr/>
        </p:nvSpPr>
        <p:spPr>
          <a:xfrm>
            <a:off x="5580185" y="510010"/>
            <a:ext cx="3481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RemoteResponseController.java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2C8F82-484F-3555-1695-E61159DAB182}"/>
              </a:ext>
            </a:extLst>
          </p:cNvPr>
          <p:cNvSpPr txBox="1"/>
          <p:nvPr/>
        </p:nvSpPr>
        <p:spPr>
          <a:xfrm>
            <a:off x="5580185" y="4364254"/>
            <a:ext cx="3481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edate.html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012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6F54CC-92EA-DBBA-FDC2-ED4E12507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150" y="2222500"/>
            <a:ext cx="6997700" cy="2413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220B4E-C3A9-E13B-5376-18C993C8C607}"/>
              </a:ext>
            </a:extLst>
          </p:cNvPr>
          <p:cNvSpPr txBox="1"/>
          <p:nvPr/>
        </p:nvSpPr>
        <p:spPr>
          <a:xfrm>
            <a:off x="1401396" y="1289539"/>
            <a:ext cx="2391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출력 결과</a:t>
            </a:r>
          </a:p>
        </p:txBody>
      </p:sp>
    </p:spTree>
    <p:extLst>
      <p:ext uri="{BB962C8B-B14F-4D97-AF65-F5344CB8AC3E}">
        <p14:creationId xmlns:p14="http://schemas.microsoft.com/office/powerpoint/2010/main" val="314705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</Words>
  <Application>Microsoft Macintosh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김은채</dc:creator>
  <cp:lastModifiedBy>김은채</cp:lastModifiedBy>
  <cp:revision>1</cp:revision>
  <dcterms:created xsi:type="dcterms:W3CDTF">2025-11-28T05:10:09Z</dcterms:created>
  <dcterms:modified xsi:type="dcterms:W3CDTF">2025-11-28T05:17:15Z</dcterms:modified>
</cp:coreProperties>
</file>