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4"/>
  </p:normalViewPr>
  <p:slideViewPr>
    <p:cSldViewPr snapToGrid="0">
      <p:cViewPr varScale="1">
        <p:scale>
          <a:sx n="109" d="100"/>
          <a:sy n="10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455F9-1891-AF06-E14B-F62CE3F6A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78C83-E87D-7510-B9CC-B727BE4A0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97FBA5-5758-D882-A2EA-71C944DF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BD01A-5D09-BFE5-1405-C46E9753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C79C83-99AC-B170-1D3C-78B5152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561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23FC1-FEE0-9CCB-88C4-6C9BAF95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ED51E-F05F-16C4-7E5C-CFFC7839A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127107-C26D-A692-FB63-6845A416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B882D-2E1C-0EC4-7D04-33A2AD55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8BB5E5-FA25-1F0D-0663-C9A18AC9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211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0F03-1044-3A62-910A-3D39A36D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8142D-BA56-D6FA-648A-FD4DCAEC9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CE3A6B-E1FC-BC61-E162-07931DF2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4A786-A6A1-154C-4EF7-4B5EC4D7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6A8F4-6D79-14D2-0426-96859EC2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49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E1B9B-C429-D874-DCB0-6647A6C5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8357D-2BA5-3741-1882-A1FD10855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20426C-A5FB-3303-6B9B-6E8816959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EA9AB1-DC79-46F5-7F2D-18A6279C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2E8B55-B6E1-7ED6-6654-D60E8CF6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82C78D-DFB2-7316-F611-E751EFEB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351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1F260-F492-4BB4-DC2C-C48B6AA7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79AB94-F6AC-4E71-32BB-A1C16FA87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A731FD-5DE4-7114-4F45-1B2CA6C3D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036A14-C2F0-3DD2-348B-EA9E319BF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C93247-34CD-D458-3B5C-0E6E1AEE1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0D5264-A9F7-A595-102F-5A2796FD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266F72-8B84-3372-7BA2-8C2F5E94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8197AA-A90F-D61F-A785-EBA72185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982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C7EA3-7B92-E1CC-F58D-3A78A122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69AF37-026C-09A7-3F94-FF12E145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34E66E-4581-95DF-7712-21DA6BF1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FC117B-ED17-5FCE-F02A-1B19490C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237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ECB699-D128-38AB-A414-4A62CEE3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FA5805-D0C2-FE9A-0A57-04B6A4A0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6BC38E-F8DF-BA1E-43E1-AD3A08C0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59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F01BE-A231-86C6-0E36-5BA47BE7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23DD7-49FF-E193-069E-4C5BDEC0A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7F7C36-2124-05D2-6EA6-FEF3F5E6F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B5B537-2DF1-644F-E948-67A40B9D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AB756E-DF08-224C-6F3A-ADB6A938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AE41C2-B9B8-A9A2-8C5A-AA06D0C9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3022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8636C-CEB2-D371-22E9-7F4CCD2C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B1ABE1-DF02-CB18-A109-1D84517C8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06C83B-B0B4-6378-904C-DEBFBE2B1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D8DF-7463-E07E-B624-C5B713E6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BD995B-A08D-6899-8674-A202A614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8540EE-5381-D8B7-3947-8524176B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697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C11DA-5CCF-A98B-4016-E29B51758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AD0283-3DCA-B133-7344-A0018DDCE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F213B9-0D99-0B54-E59E-09F4C3FF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34B60-3050-1390-59CD-E647A897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BDCFED-A735-0616-2EDE-B9F27945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6396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48D40-7EE5-5E53-8134-EE0A1EE24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AEF090-C5C2-1C98-3A16-2B2E52684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E480AC-7395-9A83-9C40-7D2F1946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97A059-71C8-5AD9-F196-85F36246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12542-AB1B-943B-7873-A799718D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479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97C249-3DF0-952A-8271-B3F8B8A4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4B8B25-CE14-DB3C-DE10-17EA8DF1F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72F601-41DF-D901-DF68-69F79E0AA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67F24-1004-B843-B7A0-86919ED9CAF7}" type="datetimeFigureOut">
              <a:rPr kumimoji="1" lang="ko-KR" altLang="en-US" smtClean="0"/>
              <a:t>2025. 9. 12.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13EE1B-C2CD-44C2-0EA8-D12B46B5F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8DAE2-CAD9-7F5A-2FBB-9F3F9FFF1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8B2CD-0443-544F-9BC7-164624C808C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332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F155E-6156-D0DC-AA2F-C121A93268AF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dirty="0" err="1"/>
              <a:t>HelloWorldServiceImpl</a:t>
            </a:r>
            <a:r>
              <a:rPr lang="en-US" altLang="ko-KR" dirty="0"/>
              <a:t>.java</a:t>
            </a:r>
            <a:endParaRPr kumimoji="1" lang="ko-KR" altLang="en-US" dirty="0"/>
          </a:p>
        </p:txBody>
      </p:sp>
      <p:pic>
        <p:nvPicPr>
          <p:cNvPr id="6" name="그림 5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DEB7DB-45A5-4D99-FFE7-CCF8DF8C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287" y="1011320"/>
            <a:ext cx="8317425" cy="483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1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A7EE05-26F2-A327-0798-F1F948D80701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dirty="0" err="1"/>
              <a:t>HelloWorldService</a:t>
            </a:r>
            <a:r>
              <a:rPr lang="en-US" altLang="ko-KR" dirty="0"/>
              <a:t>.java</a:t>
            </a:r>
            <a:endParaRPr kumimoji="1" lang="ko-KR" altLang="en-US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802EAE-74CF-F389-3843-BCF0C623D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983" y="2210590"/>
            <a:ext cx="8184034" cy="243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8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1F1DE-527D-14D2-5292-0F852F749913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dirty="0"/>
              <a:t>main</a:t>
            </a:r>
            <a:r>
              <a:rPr lang="en-US" altLang="ko-KR" dirty="0"/>
              <a:t>.java</a:t>
            </a:r>
            <a:endParaRPr kumimoji="1" lang="ko-KR" altLang="en-US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2F4914-1511-2DCD-9B6A-7DADDBE2A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533" y="1891643"/>
            <a:ext cx="9200934" cy="307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6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웹 페이지,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D485C-776C-A000-7D05-2B4C24363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995" y="1621655"/>
            <a:ext cx="8512010" cy="3614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A40D9F-A02F-9191-182A-928A912EE061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FirstProject</a:t>
            </a:r>
            <a:r>
              <a:rPr kumimoji="1" lang="en-US" altLang="ko-KR" dirty="0"/>
              <a:t>/</a:t>
            </a:r>
            <a:r>
              <a:rPr kumimoji="1" lang="en-US" altLang="ko-KR" dirty="0" err="1"/>
              <a:t>pom.xml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698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B07113-AF89-FDD0-62C7-E117F4CC1281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hello.xml</a:t>
            </a:r>
            <a:endParaRPr kumimoji="1"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C80EE0-78D5-14DD-F5D1-78F02E11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63755"/>
            <a:ext cx="7772400" cy="2471461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6A29A5-93D9-92E4-B235-919B993FA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765161"/>
            <a:ext cx="7772400" cy="240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6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BB0965-F2C6-1842-B54B-3554B75254E0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실행결과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A4F80C-2545-1E01-2122-94E8904C4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081" y="1408527"/>
            <a:ext cx="4432300" cy="1181100"/>
          </a:xfrm>
          <a:prstGeom prst="rect">
            <a:avLst/>
          </a:prstGeom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BBD71F-DD9B-F585-0C7A-1532214D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831" y="4230273"/>
            <a:ext cx="4368800" cy="121920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3D5686-2B38-3C0B-70BC-EF8E7E049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9" y="1026335"/>
            <a:ext cx="6118274" cy="1945483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2F06CE-12D5-8113-DF2F-69CCFEE1F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45" y="3867131"/>
            <a:ext cx="6291002" cy="194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0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8546AA-6AB4-488A-28E5-64777FAC1533}"/>
              </a:ext>
            </a:extLst>
          </p:cNvPr>
          <p:cNvSpPr txBox="1"/>
          <p:nvPr/>
        </p:nvSpPr>
        <p:spPr>
          <a:xfrm>
            <a:off x="152400" y="140677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파일구조도</a:t>
            </a:r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158C42-C845-89CC-D555-610265D2B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511" y="1036054"/>
            <a:ext cx="4264978" cy="47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</Words>
  <Application>Microsoft Macintosh PowerPoint</Application>
  <PresentationFormat>와이드스크린</PresentationFormat>
  <Paragraphs>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김은채</dc:creator>
  <cp:lastModifiedBy>김은채</cp:lastModifiedBy>
  <cp:revision>2</cp:revision>
  <dcterms:created xsi:type="dcterms:W3CDTF">2025-09-12T13:21:32Z</dcterms:created>
  <dcterms:modified xsi:type="dcterms:W3CDTF">2025-09-12T13:35:02Z</dcterms:modified>
</cp:coreProperties>
</file>